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1" r:id="rId3"/>
    <p:sldId id="262" r:id="rId4"/>
    <p:sldId id="263" r:id="rId5"/>
    <p:sldId id="265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73F9"/>
    <a:srgbClr val="6837C9"/>
    <a:srgbClr val="95319F"/>
    <a:srgbClr val="F2CFEE"/>
    <a:srgbClr val="AC75D5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3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40284-E1A0-4666-A527-410474F3B89C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D2BEF-9734-4DA2-ACC8-65F838D8E4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620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D2BEF-9734-4DA2-ACC8-65F838D8E4F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503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deal with the chunk output options here?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D2BEF-9734-4DA2-ACC8-65F838D8E4F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093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DF65-0D8F-D612-7A33-016EBD8C4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E78E5-077B-E4AF-B390-145D40A48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14219-2281-E6C5-3A6C-D689FC5F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CD176-E38C-9337-1E06-E27A3ADD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6B26A-2E98-79EF-1C55-05F2C59E2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015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0D76-7211-728C-A752-69BA87EE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FDCC1-F29E-986A-84FA-1C476B32C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3D30-8676-BDB3-3EF7-08FB3D9FA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189EE-F424-2A1B-8322-FE317C9C5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9CE79-C5E0-146A-DBE0-3B7EFA89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91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EEF0-9325-8953-AB8E-56E3480A3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FFA65-4F73-3E61-0981-78A3B77B8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C9D90-8266-9F09-228E-8D651C79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6E123-6056-450C-8DD6-34B74372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CE00B-D3E0-73B1-FAC4-F0F6438A2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80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BBED0-19E2-2FE9-27C3-C2FFF1838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01DF0-F64F-BC16-7A70-CBB0982B3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DCFB1-BB8B-1747-29FA-61B6D6C0E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999A1-A458-A0B0-A969-4BA6AFE8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70F9B-AAB8-B0C4-A72E-E69BB159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B6B80-2C3D-4A66-E571-AADF767A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19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95165-AEAF-C11D-02E7-782C8D09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62654-67E1-5186-A438-28AC46242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2A5B0-2DA5-5F28-4828-A73F70F7D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E741E-DDE1-0BC4-5E19-ECBB8545C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953D8-946B-0ACC-A5FC-A775ADBEE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B341EE-06F7-8962-B82C-44D6D6B5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CDCFB6-A5E8-DA1E-78AF-675B2D11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EF8389-1CD2-5E2B-CEC4-843661F8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33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456D-4096-4BAB-4533-823006A4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0ED8C9-E5FE-AA77-E86B-DBB5A991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192195-7709-3450-79C7-E3A678B41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3D955-9683-C933-8091-0B84F63C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406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66D54B-57B2-2817-371F-C4AFD173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BE23-5D65-3752-5BA4-464079DE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ED74F-C5BE-8953-60D7-D9F1F4E0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90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F90B-76A6-7E6F-2503-226A0A8D4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2F891-255A-DB21-45D8-3672D619F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BAC67-8DD4-7878-507A-B63196AD6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FD255-AA8B-CE1E-6BF5-DF8EB4C1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2E722-1194-A4A7-1180-30067805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C5C91-4083-41D8-75C4-29AA81EE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42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E1DA-E465-EDBA-103F-ECB3AE2E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8A5C6-7701-7BB3-4FE1-ED53D26EC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DB111-566F-D120-F585-989695707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37B21-E963-9306-C1A5-C64C0FC2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861C2-AC88-D19A-B6AA-3CA0FC1D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BBE5-EFD2-58B8-CCF9-8F8BF9CF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49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A2E7-2823-A147-EA3F-0FADA72AE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DF27A-B9E0-21FA-9CA0-A4DCB2997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612AA-9819-2D11-58E6-DAED96D5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8BE46-0D41-29F6-21A2-21AAE35EB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C9AFF-7904-C9DB-D1F3-D1CB085D0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12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75F51-03BF-876A-9E65-6EDA115EE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31CBF-7525-C4C8-FE4F-E27F45B26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4BF66-AF15-3EC0-8F8F-0D4D3856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A9CF0-C445-E7CF-4212-0C0D86EB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5BD7D-F006-53B8-0678-AA4842495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30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E8D568-8CF3-AD59-B7E2-F5D4E4A09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01246-A584-1306-9EAC-86A204201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E31F0-86A5-F71A-48BF-D8197656C0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81205-3303-47C2-A698-1496308ADC9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89293-4297-677F-2440-82FF02730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0EA3B-3119-3531-CC65-30F79073A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6305D-44D4-4E8E-ACD2-43C959A4B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12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87F2BA0-DB4A-118F-C6CB-3A0FE7A94ABC}"/>
              </a:ext>
            </a:extLst>
          </p:cNvPr>
          <p:cNvSpPr txBox="1"/>
          <p:nvPr/>
        </p:nvSpPr>
        <p:spPr>
          <a:xfrm>
            <a:off x="6501116" y="769171"/>
            <a:ext cx="541695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YAML</a:t>
            </a: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11B7894B-BC88-FF6B-14BA-2D0FEC1BA0B9}"/>
              </a:ext>
            </a:extLst>
          </p:cNvPr>
          <p:cNvSpPr/>
          <p:nvPr/>
        </p:nvSpPr>
        <p:spPr>
          <a:xfrm>
            <a:off x="6022761" y="769171"/>
            <a:ext cx="393539" cy="729205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AF6F75-02EC-0CFD-7C99-BC6E2BCAE2A4}"/>
              </a:ext>
            </a:extLst>
          </p:cNvPr>
          <p:cNvCxnSpPr>
            <a:stCxn id="14" idx="1"/>
          </p:cNvCxnSpPr>
          <p:nvPr/>
        </p:nvCxnSpPr>
        <p:spPr>
          <a:xfrm flipV="1">
            <a:off x="6416300" y="1133773"/>
            <a:ext cx="169633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D4BC223-9198-DD5B-9D4E-E88BA76C30F3}"/>
              </a:ext>
            </a:extLst>
          </p:cNvPr>
          <p:cNvSpPr txBox="1"/>
          <p:nvPr/>
        </p:nvSpPr>
        <p:spPr>
          <a:xfrm>
            <a:off x="6639527" y="1415502"/>
            <a:ext cx="4900432" cy="3166824"/>
          </a:xfrm>
          <a:prstGeom prst="roundRect">
            <a:avLst>
              <a:gd name="adj" fmla="val 4057"/>
            </a:avLst>
          </a:prstGeom>
          <a:solidFill>
            <a:srgbClr val="C1E5F5">
              <a:alpha val="58039"/>
            </a:srgbClr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Specifies settings of the quarto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Always located at the 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Written as </a:t>
            </a:r>
            <a:r>
              <a:rPr lang="en-US" sz="2000" b="1" dirty="0">
                <a:solidFill>
                  <a:srgbClr val="9531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key: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Settings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Essential: File format (docx, pptx, html, pdf)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Others: Title, Subtitle, Date, Author, table of contents, formatting.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3A74521-8263-0F80-6C1F-B3979C032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92" y="96115"/>
            <a:ext cx="5665379" cy="654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96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1EC4-BA6D-D689-A3B5-B43DDB1F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>
            <a:extLst>
              <a:ext uri="{FF2B5EF4-FFF2-40B4-BE49-F238E27FC236}">
                <a16:creationId xmlns:a16="http://schemas.microsoft.com/office/drawing/2014/main" id="{897DF473-6C2E-26D9-7814-925324E703F8}"/>
              </a:ext>
            </a:extLst>
          </p:cNvPr>
          <p:cNvSpPr/>
          <p:nvPr/>
        </p:nvSpPr>
        <p:spPr>
          <a:xfrm>
            <a:off x="6033269" y="1527311"/>
            <a:ext cx="393539" cy="1192738"/>
          </a:xfrm>
          <a:prstGeom prst="rightBrace">
            <a:avLst/>
          </a:prstGeom>
          <a:ln>
            <a:solidFill>
              <a:srgbClr val="683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6837C9"/>
              </a:solidFill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A7B4D27A-7C16-BB8B-425F-E23BDC384E85}"/>
              </a:ext>
            </a:extLst>
          </p:cNvPr>
          <p:cNvSpPr/>
          <p:nvPr/>
        </p:nvSpPr>
        <p:spPr>
          <a:xfrm>
            <a:off x="6039055" y="3751580"/>
            <a:ext cx="393539" cy="1192738"/>
          </a:xfrm>
          <a:prstGeom prst="rightBrace">
            <a:avLst/>
          </a:prstGeom>
          <a:ln>
            <a:solidFill>
              <a:srgbClr val="683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6837C9"/>
              </a:solidFill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5BF6A79D-2D7C-9A03-CDEC-6187833131E9}"/>
              </a:ext>
            </a:extLst>
          </p:cNvPr>
          <p:cNvSpPr/>
          <p:nvPr/>
        </p:nvSpPr>
        <p:spPr>
          <a:xfrm>
            <a:off x="6022761" y="5729468"/>
            <a:ext cx="393539" cy="914401"/>
          </a:xfrm>
          <a:prstGeom prst="rightBrace">
            <a:avLst/>
          </a:prstGeom>
          <a:ln>
            <a:solidFill>
              <a:srgbClr val="683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6837C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8AFEE-BCFE-388D-9F8A-13DB8DBF8F10}"/>
              </a:ext>
            </a:extLst>
          </p:cNvPr>
          <p:cNvSpPr txBox="1"/>
          <p:nvPr/>
        </p:nvSpPr>
        <p:spPr>
          <a:xfrm>
            <a:off x="6572422" y="1799501"/>
            <a:ext cx="5416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6837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chunks</a:t>
            </a:r>
            <a:endParaRPr lang="en-US" sz="2000" dirty="0">
              <a:solidFill>
                <a:srgbClr val="6837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56CEEB-D34C-DD58-3D31-3281450A094E}"/>
              </a:ext>
            </a:extLst>
          </p:cNvPr>
          <p:cNvCxnSpPr/>
          <p:nvPr/>
        </p:nvCxnSpPr>
        <p:spPr>
          <a:xfrm flipV="1">
            <a:off x="6402789" y="2122667"/>
            <a:ext cx="169633" cy="1"/>
          </a:xfrm>
          <a:prstGeom prst="straightConnector1">
            <a:avLst/>
          </a:prstGeom>
          <a:ln>
            <a:solidFill>
              <a:srgbClr val="6837C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38BC6D-AF61-78FB-15D9-8ABA7514B64A}"/>
              </a:ext>
            </a:extLst>
          </p:cNvPr>
          <p:cNvSpPr txBox="1"/>
          <p:nvPr/>
        </p:nvSpPr>
        <p:spPr>
          <a:xfrm>
            <a:off x="6740098" y="2497627"/>
            <a:ext cx="4932970" cy="3545145"/>
          </a:xfrm>
          <a:prstGeom prst="roundRect">
            <a:avLst>
              <a:gd name="adj" fmla="val 3955"/>
            </a:avLst>
          </a:prstGeom>
          <a:solidFill>
            <a:srgbClr val="6837C9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Sections of R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Code can be run as entire chunks (green arrows) or within chunks (highlight and run as usual).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Start with </a:t>
            </a:r>
            <a:r>
              <a:rPr lang="en-GB" sz="2000" b="1" dirty="0">
                <a:solidFill>
                  <a:schemeClr val="bg2">
                    <a:lumMod val="50000"/>
                  </a:schemeClr>
                </a:solidFill>
                <a:latin typeface="Courier"/>
                <a:cs typeface="Courier New" panose="02070309020205020404" pitchFamily="49" charset="0"/>
              </a:rPr>
              <a:t>```{r}</a:t>
            </a:r>
            <a:r>
              <a:rPr lang="en-GB" sz="2000" dirty="0">
                <a:latin typeface="Courier"/>
                <a:cs typeface="Arial" panose="020B0604020202020204" pitchFamily="34" charset="0"/>
              </a:rPr>
              <a:t>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and end with </a:t>
            </a:r>
            <a:r>
              <a:rPr lang="en-GB" sz="20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Organisation tip: Each chunk should have a specific purpose, chunk names are encouraged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You can specify if chunk output shows the code or just the output, error messages, and warnings.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E5DB65-28E6-B367-364C-C8BD90A4B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92" y="96115"/>
            <a:ext cx="5665379" cy="654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1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5A66E-5882-133E-640A-640416B9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Brace 6">
            <a:extLst>
              <a:ext uri="{FF2B5EF4-FFF2-40B4-BE49-F238E27FC236}">
                <a16:creationId xmlns:a16="http://schemas.microsoft.com/office/drawing/2014/main" id="{AB80EA3E-2D4E-DE7B-93F1-967E1B3810C0}"/>
              </a:ext>
            </a:extLst>
          </p:cNvPr>
          <p:cNvSpPr/>
          <p:nvPr/>
        </p:nvSpPr>
        <p:spPr>
          <a:xfrm>
            <a:off x="5989721" y="2733115"/>
            <a:ext cx="393539" cy="999099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91BC705-8215-299B-B23F-78C33E0F08EF}"/>
              </a:ext>
            </a:extLst>
          </p:cNvPr>
          <p:cNvSpPr/>
          <p:nvPr/>
        </p:nvSpPr>
        <p:spPr>
          <a:xfrm>
            <a:off x="5974192" y="4961168"/>
            <a:ext cx="393539" cy="831962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B2FE0E-C269-11D9-5C3A-BA40A664BD3B}"/>
              </a:ext>
            </a:extLst>
          </p:cNvPr>
          <p:cNvSpPr txBox="1"/>
          <p:nvPr/>
        </p:nvSpPr>
        <p:spPr>
          <a:xfrm>
            <a:off x="6468076" y="2782669"/>
            <a:ext cx="5416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Markdown text </a:t>
            </a:r>
            <a:endParaRPr lang="en-US" sz="2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0BC053-287D-55C8-5A93-5DC9D8208C9D}"/>
              </a:ext>
            </a:extLst>
          </p:cNvPr>
          <p:cNvCxnSpPr/>
          <p:nvPr/>
        </p:nvCxnSpPr>
        <p:spPr>
          <a:xfrm flipV="1">
            <a:off x="6298443" y="3232663"/>
            <a:ext cx="169633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60D265-2B97-B52F-957A-2841B83C9C24}"/>
              </a:ext>
            </a:extLst>
          </p:cNvPr>
          <p:cNvSpPr txBox="1"/>
          <p:nvPr/>
        </p:nvSpPr>
        <p:spPr>
          <a:xfrm>
            <a:off x="6622229" y="3473770"/>
            <a:ext cx="5218672" cy="3231416"/>
          </a:xfrm>
          <a:prstGeom prst="roundRect">
            <a:avLst>
              <a:gd name="adj" fmla="val 4127"/>
            </a:avLst>
          </a:prstGeom>
          <a:solidFill>
            <a:schemeClr val="accent6">
              <a:lumMod val="20000"/>
              <a:lumOff val="80000"/>
              <a:alpha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Text to display in the final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E.g. description of tables and figures, titles/subtitles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Uses basic Markdown formatting: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**bold**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_italics_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`code`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# Heading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## Heading 2 (etc…)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Can contain in-line code: </a:t>
            </a:r>
            <a:r>
              <a:rPr lang="en-GB" sz="20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`r code`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3E6F9D-C765-1465-375D-F50223BC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92" y="96115"/>
            <a:ext cx="5665379" cy="654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985684-A875-C415-6B47-45F81D624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139" y="208344"/>
            <a:ext cx="5671267" cy="6441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23A891-B3C5-0E38-E640-668029DDB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83" y="101901"/>
            <a:ext cx="5665379" cy="654775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A67863-ACC2-3C68-A5A6-5621A3AF5865}"/>
              </a:ext>
            </a:extLst>
          </p:cNvPr>
          <p:cNvCxnSpPr>
            <a:cxnSpLocks/>
          </p:cNvCxnSpPr>
          <p:nvPr/>
        </p:nvCxnSpPr>
        <p:spPr>
          <a:xfrm>
            <a:off x="5851010" y="3375778"/>
            <a:ext cx="376168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B20CCE-1249-6238-2CBD-B421E8BB7EFE}"/>
              </a:ext>
            </a:extLst>
          </p:cNvPr>
          <p:cNvSpPr/>
          <p:nvPr/>
        </p:nvSpPr>
        <p:spPr>
          <a:xfrm>
            <a:off x="2482770" y="354263"/>
            <a:ext cx="682906" cy="230954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27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1D77-2C22-CD5F-9EB6-72AF2A9E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A14556-A189-36D9-4454-3AF078A4E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757" y="755174"/>
            <a:ext cx="3645420" cy="4140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9E2803-4F71-A2E4-5622-11A97A567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3" y="833571"/>
            <a:ext cx="3659490" cy="422945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BF2C60-38B5-5475-8EA0-7086139DD64E}"/>
              </a:ext>
            </a:extLst>
          </p:cNvPr>
          <p:cNvCxnSpPr>
            <a:cxnSpLocks/>
          </p:cNvCxnSpPr>
          <p:nvPr/>
        </p:nvCxnSpPr>
        <p:spPr>
          <a:xfrm>
            <a:off x="8075592" y="2666095"/>
            <a:ext cx="376168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242384-341F-E2D0-9ACD-3787223F5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323" y="829386"/>
            <a:ext cx="3941353" cy="399197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F750AE-2D16-54EB-7B7A-3C647DF7BC13}"/>
              </a:ext>
            </a:extLst>
          </p:cNvPr>
          <p:cNvCxnSpPr>
            <a:cxnSpLocks/>
          </p:cNvCxnSpPr>
          <p:nvPr/>
        </p:nvCxnSpPr>
        <p:spPr>
          <a:xfrm>
            <a:off x="3749155" y="2666095"/>
            <a:ext cx="376168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789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641497-727A-3EB1-1798-906AD5620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58035"/>
            <a:ext cx="5346699" cy="65811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533739C-38B9-92B2-365E-DBD3397100A3}"/>
              </a:ext>
            </a:extLst>
          </p:cNvPr>
          <p:cNvCxnSpPr>
            <a:cxnSpLocks/>
          </p:cNvCxnSpPr>
          <p:nvPr/>
        </p:nvCxnSpPr>
        <p:spPr>
          <a:xfrm>
            <a:off x="6062677" y="3392730"/>
            <a:ext cx="376168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02B89CD-8290-04C3-3079-DE9D000DC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" y="254000"/>
            <a:ext cx="5931396" cy="612563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B37DEA-B782-DBB7-CF14-CA9F8DFF9375}"/>
              </a:ext>
            </a:extLst>
          </p:cNvPr>
          <p:cNvSpPr/>
          <p:nvPr/>
        </p:nvSpPr>
        <p:spPr>
          <a:xfrm>
            <a:off x="628570" y="1240368"/>
            <a:ext cx="2152730" cy="283633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77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B5EA55-7089-F9D8-854B-B99497A5D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54" y="482220"/>
            <a:ext cx="5784342" cy="567064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EC7AE3-206B-83F2-EF0A-F3DB30D76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116" y="482220"/>
            <a:ext cx="4626649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71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Widescreen</PresentationFormat>
  <Paragraphs>26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Courier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Paula Blomquist</dc:creator>
  <cp:lastModifiedBy>Paula Blomquist</cp:lastModifiedBy>
  <cp:revision>9</cp:revision>
  <dcterms:created xsi:type="dcterms:W3CDTF">2025-12-09T16:29:11Z</dcterms:created>
  <dcterms:modified xsi:type="dcterms:W3CDTF">2025-12-18T02:21:09Z</dcterms:modified>
</cp:coreProperties>
</file>