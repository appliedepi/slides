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F497D"/>
    <a:srgbClr val="261E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5" d="100"/>
          <a:sy n="75" d="100"/>
        </p:scale>
        <p:origin x="888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2D302-AC0C-4CA8-846C-D2CCDB6ECDCD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00B51-4B79-4946-BD95-308FC27D74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057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5B3F95-B4EE-4650-B036-BF85592314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9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A70DC-C329-499D-9644-3C4E24245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5461" y="758421"/>
            <a:ext cx="6964845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164F4-F1B5-43F8-BED3-913B48A1FA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35461" y="3405153"/>
            <a:ext cx="6964846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b="1" dirty="0">
                <a:solidFill>
                  <a:srgbClr val="FF0000"/>
                </a:solidFill>
              </a:rPr>
              <a:t>CONFIDENTIAL DO NOT SHARE</a:t>
            </a:r>
            <a:r>
              <a:rPr lang="en-GB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2B9DC-7E34-46CC-9691-C1878E3FD5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48" y="1915993"/>
            <a:ext cx="2518913" cy="251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AD6C-1024-423B-8C6F-CFA7F831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D781C-80EA-44F9-9355-D0236AF13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42" y="1025718"/>
            <a:ext cx="11395494" cy="5330632"/>
          </a:xfrm>
        </p:spPr>
        <p:txBody>
          <a:bodyPr/>
          <a:lstStyle>
            <a:lvl1pPr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BE77D-8A73-494D-9849-6C109D2208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09085919-CDE9-424C-A196-795EB7C82A4E}" type="datetime1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BB34-0132-454F-A47A-62E909F9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23EEA-CF9B-4C03-A86F-E55FBF1F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50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C4E4-9A2A-40B3-B5A6-D51004FB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26631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9CC88-2E57-45DE-98D0-206A55FB0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F9E2C-8E59-4771-B18C-D92827DE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283E2FC0-8B1B-4DF4-B332-F3248E5677DA}" type="datetime1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0DB4D-1AA3-482A-A477-BD7F463E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D1FED-F9D3-4314-9B1E-30A06F3E1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84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96C82-2738-488A-BA03-18523858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49E5-5389-4A0F-A86F-AE1A772F3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215" y="1052422"/>
            <a:ext cx="4612937" cy="5303927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E3812-6BB3-48A9-8D95-258D5AEF5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94998" y="1052422"/>
            <a:ext cx="7151426" cy="5303927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E493E-88FB-44D0-A974-B2CC34E2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29222"/>
            <a:ext cx="2743200" cy="365125"/>
          </a:xfrm>
          <a:prstGeom prst="rect">
            <a:avLst/>
          </a:prstGeom>
        </p:spPr>
        <p:txBody>
          <a:bodyPr/>
          <a:lstStyle/>
          <a:p>
            <a:fld id="{44CCE157-91AA-440C-AEFF-D404EFD6E0EF}" type="datetime1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4F96A-9D9B-4000-813D-134600F4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9222"/>
            <a:ext cx="4114800" cy="365125"/>
          </a:xfrm>
        </p:spPr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FEF95-31A1-40BB-8E0B-80FABB6C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9222"/>
            <a:ext cx="2743200" cy="365125"/>
          </a:xfrm>
        </p:spPr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5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F1EA-D29C-4097-B6E8-E9E6BE03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9C8BB-13BB-4139-97E1-EB2BFE160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EF433-A8C8-4BF7-8793-845D88764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0D435E-B230-414B-A4BC-E770DCB48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80737-F6EC-464F-8D14-146193F68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7A8CA-6D39-4364-B7A2-A1EA833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93794C2F-2E58-484A-8BEB-76AB283CA6CD}" type="datetime1">
              <a:rPr lang="en-GB" smtClean="0"/>
              <a:t>16/09/2025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2E45-60C0-48A7-B9DB-5C622C510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43FAF-9A6B-414A-AA78-B13D602F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54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9B7D-CA8B-4787-8808-34310911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ECBBF-6D75-428C-B60B-135C12E4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7B8FC18A-DEC9-4C27-8517-CE3D0A488826}" type="datetime1">
              <a:rPr lang="en-GB" smtClean="0"/>
              <a:t>16/09/2025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EDF17-A453-48D6-900F-841EBC587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4EEE-6A39-41B4-9719-DEC3DEE5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104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D6F07-E051-4D38-951D-B145A448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9D6AC536-338D-45FE-9158-AFE9EA316EF0}" type="datetime1">
              <a:rPr lang="en-GB" smtClean="0"/>
              <a:t>16/09/2025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B8AC1-B989-4701-8DAF-E8ADC107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4A09E-88CD-4E6E-ABFA-19942D7D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34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50BA-9052-4222-9B9E-7AD551C25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9D35-7F7C-43C1-9D63-0ECFE726D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E18A9-7731-4737-A041-B45E2F238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04E14-9F18-4BA0-B4F4-E1F58409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DCE574D1-BA98-4D7D-BD03-EE618C047CED}" type="datetime1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B6C61-B46E-4EB7-BC38-EDE92BB8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1871D-1675-40C5-87BB-9EC65781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6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C784-DD4E-456D-BD3F-604BCF6DF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DF7B4-CDA3-4E1B-9D7A-605A56B69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4EDD5-BC23-42D1-8B02-EE12A118F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B3E71-E4F0-4881-982C-B61CBA3C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0307646F-F735-42C7-A114-549B59547A4A}" type="datetime1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3DF3A-E0D8-4A28-A8D6-98AE2445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36627-3B9D-46F7-8E63-051AADAE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16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CE4B-9924-4104-85C6-FD99757A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55F78-36F7-4CC6-8350-96AB20536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A6FE-FF84-42E1-B03E-AFE3DF30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D808DE53-4824-406D-9A02-A3027787A573}" type="datetime1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775EE-F78D-4647-986F-9DC2A66D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E1A42-A668-43F5-9564-28A92E6D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98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1CAE5-E63A-419A-87E8-961CA07FF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D8724-1117-4D30-A2B4-FFC37E3F6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E27E0-9785-46F9-8E60-384E2B5E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550224BC-0465-41CA-875F-DBEE5D23A3E1}" type="datetime1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3B1AC-B084-4C55-B3C2-B791FE11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1A574-4280-46CC-B1D6-AD64D15B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53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1DFCF0A-AD2B-4152-AE42-0957AEE0F2CE}"/>
              </a:ext>
            </a:extLst>
          </p:cNvPr>
          <p:cNvSpPr/>
          <p:nvPr userDrawn="1"/>
        </p:nvSpPr>
        <p:spPr>
          <a:xfrm>
            <a:off x="0" y="0"/>
            <a:ext cx="12192000" cy="866365"/>
          </a:xfrm>
          <a:prstGeom prst="rect">
            <a:avLst/>
          </a:prstGeom>
          <a:solidFill>
            <a:srgbClr val="1F49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4E877-3233-4871-AFB8-F36E1C25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364" y="0"/>
            <a:ext cx="10487435" cy="866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65343-8E50-4AD3-9262-0311ED485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5718"/>
            <a:ext cx="10515600" cy="5151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5B32E-2EE0-4765-A905-C59A4FCC0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458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b="1" dirty="0">
                <a:solidFill>
                  <a:srgbClr val="FF0000"/>
                </a:solidFill>
              </a:rPr>
              <a:t>CONFIDENTIAL DO NOT SHARE</a:t>
            </a:r>
            <a:r>
              <a:rPr lang="en-GB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A5BD9-87FB-46C9-BF4A-C903D56F9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45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F4480-D5EF-43D7-9E80-33873478BDFF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5F1C18-A84F-4180-8945-0AA8281FA20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6365" cy="86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7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FFFF"/>
          </a:solidFill>
          <a:latin typeface="Source Sans Pro" panose="020B0503030403020204" pitchFamily="34" charset="0"/>
          <a:ea typeface="Source Sans Pro" panose="020B0503030403020204" pitchFamily="34" charset="0"/>
          <a:cs typeface="Aharoni" panose="02010803020104030203" pitchFamily="2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E4F2-7028-43C5-84D2-E2408621E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398D3-64B6-4105-A3F8-4EA3085B0E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A4399-8977-439D-8130-E75580531B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5CF4480-D5EF-43D7-9E80-33873478BD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34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">
      <a:dk1>
        <a:srgbClr val="000000"/>
      </a:dk1>
      <a:lt1>
        <a:srgbClr val="262626"/>
      </a:lt1>
      <a:dk2>
        <a:srgbClr val="373545"/>
      </a:dk2>
      <a:lt2>
        <a:srgbClr val="CEDBE6"/>
      </a:lt2>
      <a:accent1>
        <a:srgbClr val="FFFFFF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Source Sans Pro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MapAction</dc:creator>
  <cp:lastModifiedBy>Paula Blomquist</cp:lastModifiedBy>
  <cp:revision>38</cp:revision>
  <dcterms:created xsi:type="dcterms:W3CDTF">2024-11-23T22:28:57Z</dcterms:created>
  <dcterms:modified xsi:type="dcterms:W3CDTF">2025-09-15T22:19:23Z</dcterms:modified>
</cp:coreProperties>
</file>